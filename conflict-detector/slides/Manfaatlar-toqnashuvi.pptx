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MANFAATLAR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TO'QNASHUVINI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TIZIMI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137160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26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ma'lumotlari asosida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yashirin kelishuvlar va aile aloqalarini avtomatik aniqlash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Hackathon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Muammo: yashirin manfaatlar to'qnashuvi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yuzlab aksiyadorlik jamiyatlari mavjud — bank, sug'urta, telekom, energetika.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shaxs bir vaqtning o'zida bir nechta raqobatchi yoki bog'liq tashkilotlarda rahbar yoki kuzatuv kengashi a'zosi bo'lishi mumkin.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yashirin kelishuvlar, ichki ma'lumotlardan foydalanish va korrupsiya uchun qulay muhit yaratadi.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aloqalari (ota-bola, aka-uka) ham xuddi shunday xavfli — qarindoshlar orqali ta'sir o'tkaziladi.</a:t>
            </a:r>
            <a:endParaRPr lang="en-US" sz="20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Hozirda bunday holatlarni qo'lda tekshirish deyarli imkonsiz: kichkina jamoa minglab juftliklarni solishtira olmaydi.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bu muhim?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da ro'yxatdan o'tgan emitentlar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745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rahbar va kuzatuv kengashi a'zolari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745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 mln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tekshirilishi kerak bo'lgan juftliklar (qo'lda imkonsiz)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OCHIQ — </a:t>
            </a:r>
            <a:pPr indent="0" marL="0">
              <a:buNone/>
            </a:pPr>
            <a:r>
              <a:rPr lang="en-US" sz="20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 tarqoq holatda. Inson hech qachon ularni to'liq solishtira olmaydi.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Aynan o'zbekcha ismlarning tuzilishi (familiya + ism + otasining ismi) qarindoshlikni topish uchun juda qulay imkoniyat beradi — uni avtomatlashtirish kerak.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yechimimiz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3736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saytidan har bir kompaniyaning rahbariyat va kuzatuv kengashi ma'lumotlarini avtomatik yuklab olish (scraper).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373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qilish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31546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ismni komponentlarga ajratish: familiya, ism, otasining ismining ildizi (-ovich/-qizi qo'shimchalari olib tashlanadi).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Solishtirish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42062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Turli kompaniyalardagi har bir juftlikni 4 turdagi mezon bo'yicha tekshirish.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Ogohlantirish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52578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Shubhali holatlarni dashboard'da xavfsizlik darajasi bo'yicha (HIGH / MEDIUM / LOW) ko'rsatish.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Algoritm: o'zbekcha ismlarni qanday tushunamiz?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10698480" cy="1463040"/>
          </a:xfrm>
          <a:prstGeom prst="roundRect">
            <a:avLst>
              <a:gd name="adj" fmla="val 6250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Misol:  </a:t>
            </a:r>
            <a:pPr indent="0" marL="0">
              <a:buNone/>
            </a:pPr>
            <a:r>
              <a:rPr lang="en-US" sz="2200" b="1" dirty="0">
                <a:solidFill>
                  <a:srgbClr val="E6E9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Karimova Madina Akmalovna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familiya ildizi: </a:t>
            </a:r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karimov</a:t>
            </a:r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ism: </a:t>
            </a:r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madina</a:t>
            </a:r>
            <a:pPr indent="0" marL="0">
              <a:buNone/>
            </a:pPr>
            <a:r>
              <a:rPr lang="en-US" sz="16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otasining ismi: </a:t>
            </a:r>
            <a:pPr indent="0" marL="0">
              <a:buNone/>
            </a:pPr>
            <a:r>
              <a:rPr lang="en-US" sz="1800" b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uch belgi orqali har qanday juftlikni tezda solishtirib, qarindoshlikni aniqlash mumkin.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91440" cy="64008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57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Familiyaning gender bo'yicha o'zgarishi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977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Karimov ↔ Karimova   (oxirgi -a olib tashlanadi)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91440" cy="64008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526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Otasining ismi (patronim) ildizi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Bakhtiyorovich → bakhtiyor   ·   Akmalovna → akmal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394960"/>
            <a:ext cx="91440" cy="640080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394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Qo'shimchalarni tanib olish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715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-ovich, -ovna, -evich, -evna, -o'g'li, -qizi, -ugli, -kizi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Aniqlanadigan to'rt turdagi shubha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901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shaxs ikki kengashda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Aynan o'sha ism-familiya ikki turli kompaniyada — eng kuchli xavf signali.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Karimov Akmal Bakhtiyorovich → Bank A va Sug'urta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2024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43800" y="1901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va farzand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kishining ismi ikkinchisining patronim ildizi bilan mos keladi, familiya bir.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Karimov Akmal → Karimova Madina Akmalovna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11480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096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Aka-uka / opa-singil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Familiya ham, otasining ismi ham bir xil — demak, otasi bitta.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303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Rakhimova Dilnoza Akmalovna ↔ Rakhimov Sherzod Akmalovich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11480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4096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familiya bir xil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4572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Qarindosh bo'lishi mumkin, lekin tasodif ham bo'lishi mumkin — qo'shimcha tekshiruv talab qilinadi.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303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A8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Tashkentov Aziz ↔ Tashkentov Jamshid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natijalari (sinov ma'lumotlarida)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7830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34840" y="2468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rahbar / kengash a'zosi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121830"/>
          </a:solidFill>
          <a:ln w="12700">
            <a:solidFill>
              <a:srgbClr val="1F27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7830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2468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shubhali juftlik aniqlandi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918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92024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darajadagi shubha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2004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918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2356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darajadagi shubha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2918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32688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darajadagi shubha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eng yorqin holatlar: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Karimov Akmal Bakhtiyorovich — bir vaqtda Bank A raisi va Sug'urta B kengashi a'zosi (HIGH).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Karimov Akmal → Karimova Madina Akmalovna (Telekom C) — ota-bola aloqasi (HIGH).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Rakhimova Dilnoza ↔ Rakhimov Sherzod — Bank A va Neftgaz D'da aka-singil (MEDIUM).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va keyingi qadamlar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73152"/>
          </a:xfrm>
          <a:prstGeom prst="rect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— frontend va backend bitta loyihada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kod xavfsiz va o'qish oson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Cheerio — openinfo.uz HTML sahifalarini o'qish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toza, javob beradigan dizayn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ombor — server kerak emas, tezkor ishga tushiradi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qadamlar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22402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600+ emitentlarni qamrab olish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vaqtda yangilanish va e-mail ogohlantirishlar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(transliteratsiya, harf xatolari)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reyestri bilan integratsiya — qarindoshlik bazasi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Tekshiruvchilar uchun eksport (CSV, PDF hisobotlar)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39496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6EA8FE">
              <a:alpha val="15000"/>
            </a:srgbClr>
          </a:solidFill>
          <a:ln w="12700">
            <a:solidFill>
              <a:srgbClr val="6EA8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E6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ma'lumot + avtomatik tahlil = shaffof iqtisodiyot uchun real qadam.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openinfo.uz · Manfaatlar to'qnashuvi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Manfaatlar to'qnashuvini aniqlash tizimi</dc:title>
  <dc:subject>PptxGenJS Presentation</dc:subject>
  <dc:creator>Anti-corruption Hackathon</dc:creator>
  <cp:lastModifiedBy>Anti-corruption Hackathon</cp:lastModifiedBy>
  <cp:revision>1</cp:revision>
  <dcterms:created xsi:type="dcterms:W3CDTF">2026-04-25T11:42:56Z</dcterms:created>
  <dcterms:modified xsi:type="dcterms:W3CDTF">2026-04-25T11:42:56Z</dcterms:modified>
</cp:coreProperties>
</file>